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지역 기반 중고거래 서비스 '마켓온'의 1차 발표를 맡은 [[확인 필요: 발표자]]입니다.</a:t>
            </a:r>
          </a:p>
          <a:p>
            <a:r>
              <a:t>오늘은 왜 이 서비스를 만들었는지, 어떤 기능과 구조로 구현했는지, 그리고 앞으로의 계획까지 말씀드리겠습니다.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 팀은 백엔드, 프론트엔드, 인프라로 역할을 나눠 병렬로 개발했습니다.</a:t>
            </a:r>
          </a:p>
          <a:p>
            <a:r>
              <a:t>단순 분업이 아니라 AI를 적극 활용한 협업 방식으로 속도를 냈고, 이 부분은 뒤 프로세스 슬라이드에서 다시 말씀드리겠습니다.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중고거래는 편리하지만 신뢰 문제가 큽니다. 낯선 사람과 만나는 불안, 허위 매물과 노쇼, 그리고 내 동네 중심으로 물건을 찾기 어렵다는 점입니다.</a:t>
            </a:r>
          </a:p>
          <a:p>
            <a:r>
              <a:t>마켓온은 '지역'을 축으로 이 세 가지 불편을 줄이는 데서 출발했습니다.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문장으로, 마켓온은 '내 동네에서 안심하고 거래하는' 중고거래 플랫폼입니다.</a:t>
            </a:r>
          </a:p>
          <a:p>
            <a:r>
              <a:t>상품 탐색부터 채팅·찜·댓글 같은 상호작용, 그리고 신고와 관리자 운영까지 신뢰를 만드는 장치를 갖췄습니다. 주 사용자는 동네 생활권에서 거래하려는 분들입니다.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1차까지 구현한 핵심 기능입니다. 회원·인증은 JWT 기반에 이메일 인증과 비밀번호 재설정까지 포함합니다.</a:t>
            </a:r>
          </a:p>
          <a:p>
            <a:r>
              <a:t>상품은 커서 페이지네이션으로 조회하고, 찜·댓글·채팅으로 상호작용합니다. 신고와 알림, 그리고 AI 어시스턴트가 붙은 관리자 대시보드까지 갖췄습니다.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화면입니다. 상품 목록과 상세, 그리고 채팅 흐름을 보여드리겠습니다.</a:t>
            </a:r>
          </a:p>
          <a:p>
            <a:r>
              <a:t>(데모 시연 또는 스크린샷) 사용자가 동네 상품을 탐색하고 찜하고 채팅으로 이어지는 핵심 플로우를 확인하실 수 있습니다.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구조는 단순합니다. 브라우저는 nginx라는 단일 현관만 보고, API는 서버가 프록시합니다. 그래서 CORS 설정이 필요 없습니다.</a:t>
            </a:r>
          </a:p>
          <a:p>
            <a:r>
              <a:t>백엔드는 Java 21 Spring Boot와 MySQL, 프론트는 Next.js 16입니다. 관측 스택과 외부 노출용 터널은 프로파일로 분리해 필요할 때만 띄웁니다.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스택 나열보다 이유를 말씀드립니다. 인증은 JWT 무상태로 서버 세션 없이 확장하기 쉽게 했고, 단일 origin 프록시로 CORS 문제를 아예 없앴습니다.</a:t>
            </a:r>
          </a:p>
          <a:p>
            <a:r>
              <a:t>백엔드는 도메인별로 패키지를 나눠 응집도를 높였고, 관리자 AI는 사내 Ollama에 Spring AI를 연동해 외부 의존 없이 운영합니다.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모델은 회원, 상품, 그리고 찜·댓글·채팅·신고 같은 상호작용 엔티티를 중심으로 구성했습니다.</a:t>
            </a:r>
          </a:p>
          <a:p>
            <a:r>
              <a:t>상세 ERD는 문서에 있으며, 여기서는 핵심 관계만 짚고 넘어가겠습니다.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신경 쓴 부분은 동시성입니다. 같은 대상에 신고가 동시에 몰리면 카운트가 어긋날 수 있어, 락으로 정합성을 지켰습니다.</a:t>
            </a:r>
          </a:p>
          <a:p>
            <a:r>
              <a:t>찜 수는 매 요청마다 갱신하면 부담이라 이벤트 기반으로 비동기 반영했고, 두 경우 모두 통합 테스트로 실제 동작을 검증했습니다.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 방식도 저희 프로젝트의 특징입니다. AI를 적극 활용해 세 파트가 병렬로 개발하고, 모든 변경은 PR 리뷰로 통합했습니다.</a:t>
            </a:r>
          </a:p>
          <a:p>
            <a:r>
              <a:t>GitHub Actions로 빌드부터 EC2 배포까지 자동화했고, 로컬·운영 환경은 Docker Compose로 통일했습니다.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 시점 기준으로 인증부터 관리자까지 핵심 도메인은 대부분 구현을 마쳤습니다. 배포와 관측 파이프라인도 이미 돌아갑니다.</a:t>
            </a:r>
          </a:p>
          <a:p>
            <a:r>
              <a:t>현재는 채팅을 고도화하는 중이고, 남은 작업은 [[확인 필요]] 부분을 팀과 확정해 채우겠습니다.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발표까지는 검색과 필터를 고도화하고, 채팅과 알림을 실시간성 중심으로 강화할 계획입니다.</a:t>
            </a:r>
          </a:p>
          <a:p>
            <a:r>
              <a:t>배포가 이미 돼 있는 만큼 성능·부하 테스트로 완성도를 끌어올리려 합니다. 세부 우선순위는 팀과 확정하겠습니다.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마켓온 1차 발표를 마치겠습니다. 질문 받겠습니다. 감사합니다.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Pretendard"/>
              </a:rPr>
              <a:t>마켓온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지역 기반 중고거래 서비스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566160"/>
            <a:ext cx="182880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4F6"/>
                </a:solidFill>
                <a:latin typeface="Pretendard"/>
              </a:rPr>
              <a:t>[[확인 필요: 팀명·팀원]] · 1차 발표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팀 소개 — 역할 분담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[[확인 필요: 팀원1 — 백엔드]]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[[확인 필요: 팀원2 — 프론트]]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[[확인 필요: 팀원3 — 인프라]]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AI Native 협업 · 병렬 개발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왜 만들었나 — 동네 거래의 신뢰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22716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낯선 사람과의 거래 불안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허위 매물과 노쇼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동네 단위 탐색의 부재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447" y="1828800"/>
            <a:ext cx="5227167" cy="3931920"/>
          </a:xfrm>
          <a:prstGeom prst="rect">
            <a:avLst/>
          </a:prstGeom>
          <a:solidFill>
            <a:srgbClr val="F2F4F6"/>
          </a:solidFill>
          <a:ln>
            <a:solidFill>
              <a:srgbClr val="8B95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B95A1"/>
                </a:solidFill>
                <a:latin typeface="Pretendard"/>
              </a:rPr>
              <a:t>문제 상황 일러스트 자리 (Canva에서 교체)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마켓온은 동네 기반 중고거래 플랫폼입니다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내 동네 중심 상품 탐색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채팅·찜·댓글로 이웃과 거래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신고·관리자 운영으로 신뢰 확보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타깃 — 동네 생활권 거래 사용자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핵심 기능 — MVP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회원·인증 (JWT, 이메일 인증, 비밀번호 재설정)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상품 등록·조회 (커서 페이지네이션)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찜 · 댓글 · 채팅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신고 (증빙 이미지, 동시성 처리)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알림 · 관리자 대시보드 (AI 어시스턴트)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주요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11535" cy="3931920"/>
          </a:xfrm>
          <a:prstGeom prst="rect">
            <a:avLst/>
          </a:prstGeom>
          <a:solidFill>
            <a:srgbClr val="F2F4F6"/>
          </a:solidFill>
          <a:ln>
            <a:solidFill>
              <a:srgbClr val="8B95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B95A1"/>
                </a:solidFill>
                <a:latin typeface="Pretendard"/>
              </a:rPr>
              <a:t>상품 목록·상세·채팅 스크린샷 자리 (frontend 캡처로 교체)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아키텍처 — 단일 진입점 + 도메인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22716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nginx 단일 현관, /api 프록시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Spring Boot(Java 21) · MySQL 8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Next.js 16 프론트 (App Router)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관측 · Cloudflare 터널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447" y="1828800"/>
            <a:ext cx="5227167" cy="3931920"/>
          </a:xfrm>
          <a:prstGeom prst="rect">
            <a:avLst/>
          </a:prstGeom>
          <a:solidFill>
            <a:srgbClr val="F2F4F6"/>
          </a:solidFill>
          <a:ln>
            <a:solidFill>
              <a:srgbClr val="8B95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B95A1"/>
                </a:solidFill>
                <a:latin typeface="Pretendard"/>
              </a:rPr>
              <a:t>C4 컨테이너 다이어그램 자리 (docs/architecture/02)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기술 스택 — 왜 이렇게 골랐나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JWT 무상태 인증 → 수평 확장 용이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단일 origin 프록시 → CORS 제거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도메인별 패키지 분리 → 응집도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Spring AI + Ollama → 사내 AI 운영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데이터 모델 — 핵심 엔티티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11535" cy="3931920"/>
          </a:xfrm>
          <a:prstGeom prst="rect">
            <a:avLst/>
          </a:prstGeom>
          <a:solidFill>
            <a:srgbClr val="F2F4F6"/>
          </a:solidFill>
          <a:ln>
            <a:solidFill>
              <a:srgbClr val="8B95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B95A1"/>
                </a:solidFill>
                <a:latin typeface="Pretendard"/>
              </a:rPr>
              <a:t>핵심 엔티티 ERD 자리 (docs/architecture/04) — 회원·상품·거래 중심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기술적 도전 — 동시성과 정합성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22716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신고 중복·동시 요청 → 정합성 위협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락으로 신고 동시성 제어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찜 수 → 이벤트 기반 비동기 반영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통합 테스트로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447" y="1828800"/>
            <a:ext cx="5227167" cy="3931920"/>
          </a:xfrm>
          <a:prstGeom prst="rect">
            <a:avLst/>
          </a:prstGeom>
          <a:solidFill>
            <a:srgbClr val="F2F4F6"/>
          </a:solidFill>
          <a:ln>
            <a:solidFill>
              <a:srgbClr val="8B95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B95A1"/>
                </a:solidFill>
                <a:latin typeface="Pretendard"/>
              </a:rPr>
              <a:t>동시성 처리 흐름 다이어그램 자리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협업 — AI Native 개발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AI 활용 병렬 개발 (BE·FE·Infra)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GitHub PR 리뷰 기반 통합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GitHub Actions CI/CD → EC2 자동배포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Docker Compose로 환경 일원화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진행 현황 — 1차 시점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완료 — 인증·상품·찜·댓글·신고·알림·관리자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진행 중 — 채팅 고도화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남은 작업 — [[확인 필요: 미완 기능]]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배포 · 관측 파이프라인 구축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182F6"/>
                </a:solidFill>
                <a:latin typeface="Pretendard"/>
              </a:rPr>
              <a:t>향후 계획 — 최종 발표까지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검색·필터 고도화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실시간 채팅 · 알림 강화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성능 · 부하 테스트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04452"/>
                </a:solidFill>
                <a:latin typeface="Pretendard"/>
              </a:rPr>
              <a:t>•  </a:t>
            </a:r>
            <a:r>
              <a:rPr sz="1800">
                <a:solidFill>
                  <a:srgbClr val="191F28"/>
                </a:solidFill>
                <a:latin typeface="Pretendard"/>
              </a:rPr>
              <a:t>[[확인 필요: 팀 우선순위 반영]]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Pretendard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04452"/>
                </a:solidFill>
                <a:latin typeface="Pretendar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